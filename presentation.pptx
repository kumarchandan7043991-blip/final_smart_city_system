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REAL-TIME TRAFFIC ANALYSIS AND CONGESTION DETECTION USING COMPUTER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An Intelligent Traffic Perception and Analytics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Government Engineering College, Palamu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Department of Computer Science and Engineering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CS702D Major Project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Guide: Mr. Deepak Kr. Ravi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Students: Ashish Kumar [22021440014], Chandan Kumar [22021440016], Chandrashekhar Mahato [22021440017], Ritika Kashish [22021440048]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PROBLEM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Urban congestion demands intelligent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Modern cities generate massive traffic movement continuously.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Traditional monitoring systems struggle to interpret dynamic traffic environments.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Increasing vehicle density creates congestion, fuel wastage, pollution, and transportation inefficiency.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LIMITATIONS OF EXISTING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Observation without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Manual Monitoring: human dependency, delayed response, limited scalability.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Sensor-Based Systems: expensive infrastructure, maintenance complexity, limited flexibility.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Static Signal Systems: fixed timing logic, non-adaptive traffic flow, inefficient congestion handling.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CORE ENGINEERING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Transforming raw streams into real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How can raw urban traffic video streams be transformed into real-time actionable traffic intelligence?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The project is not only about vehicle detection.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It is about perception, interpretation, analytics, and intelligent transportation understanding.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PROPOSED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A complete intelligent perception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Traffic Video Stream → Frame Processing → AI Vehicle Detection → Tracking &amp; Counting → Traffic Analytics → Congestion Intelligence → Visualization &amp; Decision Support.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Transforms raw traffic video into analytical traffic intelligence using Computer Vision and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COMPLETE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Layered intelligent perception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Video Acquisition Layer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Preprocessing Layer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AI Detection Layer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Tracking &amp; Counting Layer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Traffic Analytics Layer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Visualization Layer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VIDEO ACQUISITION &amp; PREPROCESSING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From raw capture to AI-compatible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Raw traffic video contains computational redundancy and environmental noise.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Preprocessing improves inference speed, computational efficiency, and real-time analytical stability.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Frame Extraction → Noise Reduction → Resolution Optimization → AI-Compatible Frames.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AI-BASED VEHICLE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YOLO-enabled real-time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Input Frame → YOLO Inference Engine → Bounding Box Detection → Vehicle Classification.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YOLO chosen for real-time inference capability, low latency, single-stage detection, and scalable deployment suitability.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VEHICLE TRACKING &amp; 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Maintaining continuity across video frames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Vehicle Detection → Object ID Assignment → Movement Tracking → Temporal Continuity → Accurate Vehicle Counting.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Tracking prevents duplicate counting and preserves continuity across sequential frames.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TRAFFIC ANALYTICS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Turning movement into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Vehicle Data → Density Estimation → Flow Analysis → Congestion Detection → Traffic Intelligence.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Converts raw vehicle movement information into meaningful traffic intelligence.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Why each technology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Python: Rapid AI development ecosystem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OpenCV: Efficient computer vision operations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YOLO: Real-time object detection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Flask: Backend communication and integration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MongoDB: Flexible analytical data storage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RESULTS &amp; OUTPUTS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Real-time perception delivering operational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Vehicle detection screenshots and tracking outputs demonstrate real-time capability.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Congestion analytics and traffic density outputs show actionable insight.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FPS metrics validate system responsiveness under dynamic traffic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SYSTEM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Engineering risks and operational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Low Light → Reduced Visibility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Occlusion → Tracking Complexity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High Resolution Streams → Computational 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ENGINEERING CONTRIBUTIONS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Moving beyond detection to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The project contribution is not only vehicle detection.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Real-Time Urban Traffic Intelligence Generation through AI-Based Environmental Perception.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Scalable modular architecture, intelligent traffic analytics, AI-driven perception pipeline, congestion interpretation framework.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Scaling toward autonomous smart-city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Real-Time Analytics → Adaptive Traffic Signals → Edge AI Systems → Predictive Traffic Intelligence → Autonomous Smart-City Infrastructure.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The framework can evolve toward adaptive transportation systems and predictive congestion analytics.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From static monitoring to real-time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Traditional Monitoring → Static Observation → Limited Intelligence.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AI-Based Systems → Automated Perception → Real-Time Traffic Intelligence.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Establishes a scalable intelligent traffic perception and analytics framework using Computer Vision and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E2F6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373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1CBFF"/>
                </a:solidFill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8229600" cy="4389120"/>
          </a:xfrm>
          <a:prstGeom prst="rect">
            <a:avLst/>
          </a:prstGeom>
          <a:noFill/>
        </p:spPr>
        <p:txBody>
          <a:bodyPr wrap="square" bIns="0" tIns="0" lIns="0" rIns="0">
            <a:spAutoFit/>
          </a:bodyPr>
          <a:lstStyle/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Intelligent transportation infrastructure demo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AI-powered smart-city analytics system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Futuristic engineering architecture showcase</a:t>
            </a:r>
          </a:p>
          <a:p>
            <a:pPr>
              <a:lnSpc>
                <a:spcPct val="135000"/>
              </a:lnSpc>
              <a:defRPr sz="1600" b="0">
                <a:solidFill>
                  <a:srgbClr val="C4D8E8"/>
                </a:solidFill>
                <a:latin typeface="Calibri"/>
              </a:defRPr>
            </a:pPr>
            <a:r>
              <a:t>Startup-level technology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0"/>
            <a:ext cx="8229600" cy="256032"/>
          </a:xfrm>
          <a:prstGeom prst="rect">
            <a:avLst/>
          </a:prstGeom>
          <a:solidFill>
            <a:srgbClr val="2FE4FF"/>
          </a:solidFill>
          <a:ln w="6350">
            <a:solidFill>
              <a:srgbClr val="2FE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